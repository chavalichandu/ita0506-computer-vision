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176" y="2185416"/>
            <a:ext cx="8229600" cy="412362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Guided by</a:t>
            </a:r>
          </a:p>
          <a:p>
            <a:pPr marL="0" indent="0">
              <a:buNone/>
            </a:pPr>
            <a:r>
              <a:rPr lang="en-IN" dirty="0" err="1"/>
              <a:t>Dr.R.C.Jeni</a:t>
            </a:r>
            <a:r>
              <a:rPr lang="en-IN" dirty="0"/>
              <a:t> Gracia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D10AE822-D99A-BD5F-41EB-5D4EB1256A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77102"/>
            <a:ext cx="8229600" cy="114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08824B-4E08-177D-514B-3248EDE10787}"/>
              </a:ext>
            </a:extLst>
          </p:cNvPr>
          <p:cNvSpPr txBox="1"/>
          <p:nvPr/>
        </p:nvSpPr>
        <p:spPr>
          <a:xfrm>
            <a:off x="1463040" y="3160252"/>
            <a:ext cx="822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 Resolution in Digital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37D06-759C-F8D9-E7D3-65C3EED3225C}"/>
              </a:ext>
            </a:extLst>
          </p:cNvPr>
          <p:cNvSpPr txBox="1"/>
          <p:nvPr/>
        </p:nvSpPr>
        <p:spPr>
          <a:xfrm>
            <a:off x="1965960" y="2185416"/>
            <a:ext cx="57972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ITA0506-COMPUTER VISION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956169-567E-983F-92DA-E793DAE0067C}"/>
              </a:ext>
            </a:extLst>
          </p:cNvPr>
          <p:cNvSpPr txBox="1"/>
          <p:nvPr/>
        </p:nvSpPr>
        <p:spPr>
          <a:xfrm>
            <a:off x="6986016" y="5568696"/>
            <a:ext cx="2642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C.Chandu</a:t>
            </a:r>
            <a:endParaRPr lang="en-IN" dirty="0"/>
          </a:p>
          <a:p>
            <a:r>
              <a:rPr lang="en-IN" dirty="0"/>
              <a:t>192472332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 resolution refers to the number of distinct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levels in an image 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determines how finely brightness differences are represented 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intensity resolution → smoother and more detailed images 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intensity resolution → loss of detail and banding effects </a:t>
            </a:r>
          </a:p>
          <a:p>
            <a:pPr marL="0" indent="0">
              <a:buNone/>
            </a:pP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Intensity Resolution?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as number of bits used per pixel 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intensity levels = 2ⁿ</a:t>
            </a:r>
          </a:p>
          <a:p>
            <a:pPr marL="0" indent="0">
              <a:buNone/>
            </a:pP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Scenario 1: Medical Imaging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Low resolution (2-bit)</a:t>
            </a:r>
          </a:p>
          <a:p>
            <a:pPr marL="0" indent="0">
              <a:buNone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Only 4 levels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Small details not visible</a:t>
            </a:r>
          </a:p>
          <a:p>
            <a:pPr marL="0" indent="0">
              <a:buNone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Solution: use 8-bit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Scenario 2: Autonomous Driving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Low resolution at night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Cannot detect objects clearly</a:t>
            </a:r>
          </a:p>
          <a:p>
            <a:pPr marL="0" indent="0">
              <a:buNone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Solution: higher intensity resolution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 resolution is critical for image clarity and analysis 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Problem-based scenarios show real-world importance 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tools (histograms, comparisons) help visualize effects 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proper resolution depends on application </a:t>
            </a:r>
          </a:p>
          <a:p>
            <a:pPr marL="0" indent="0">
              <a:buNone/>
            </a:pP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169</Words>
  <Application>Microsoft Office PowerPoint</Application>
  <PresentationFormat>On-screen Show (4:3)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    </vt:lpstr>
      <vt:lpstr>Introduction</vt:lpstr>
      <vt:lpstr>What is Intensity Resolution?</vt:lpstr>
      <vt:lpstr>Problem Scenario 1: Medical Imaging</vt:lpstr>
      <vt:lpstr>Problem Scenario 2: Autonomous Driving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Jagadeesh</dc:creator>
  <cp:keywords/>
  <dc:description>generated using python-pptx</dc:description>
  <cp:lastModifiedBy>venkatsai3344@outlook.com</cp:lastModifiedBy>
  <cp:revision>3</cp:revision>
  <dcterms:created xsi:type="dcterms:W3CDTF">2013-01-27T09:14:16Z</dcterms:created>
  <dcterms:modified xsi:type="dcterms:W3CDTF">2026-07-14T03:32:02Z</dcterms:modified>
  <cp:category/>
</cp:coreProperties>
</file>